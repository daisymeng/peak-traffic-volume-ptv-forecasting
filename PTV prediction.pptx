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58" r:id="rId5"/>
    <p:sldId id="263" r:id="rId6"/>
    <p:sldId id="259" r:id="rId7"/>
    <p:sldId id="270" r:id="rId8"/>
    <p:sldId id="264" r:id="rId9"/>
    <p:sldId id="265" r:id="rId10"/>
    <p:sldId id="266" r:id="rId11"/>
    <p:sldId id="271" r:id="rId12"/>
    <p:sldId id="260" r:id="rId13"/>
    <p:sldId id="261" r:id="rId14"/>
    <p:sldId id="267" r:id="rId15"/>
    <p:sldId id="262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SUN MENG#" userId="S::msun002@e.ntu.edu.sg::fd926602-fee3-4cca-a4af-68b7ba956751" providerId="AD" clId="Web-{2663947A-A246-44BE-B4C2-E0AFD56DF7AF}"/>
    <pc:docChg chg="modSld">
      <pc:chgData name="#SUN MENG#" userId="S::msun002@e.ntu.edu.sg::fd926602-fee3-4cca-a4af-68b7ba956751" providerId="AD" clId="Web-{2663947A-A246-44BE-B4C2-E0AFD56DF7AF}" dt="2018-04-20T15:19:31.562" v="58"/>
      <pc:docMkLst>
        <pc:docMk/>
      </pc:docMkLst>
      <pc:sldChg chg="addSp modSp addAnim delAnim modAnim">
        <pc:chgData name="#SUN MENG#" userId="S::msun002@e.ntu.edu.sg::fd926602-fee3-4cca-a4af-68b7ba956751" providerId="AD" clId="Web-{2663947A-A246-44BE-B4C2-E0AFD56DF7AF}" dt="2018-04-20T15:19:31.562" v="58"/>
        <pc:sldMkLst>
          <pc:docMk/>
          <pc:sldMk cId="1360756637" sldId="258"/>
        </pc:sldMkLst>
        <pc:spChg chg="add mod">
          <ac:chgData name="#SUN MENG#" userId="S::msun002@e.ntu.edu.sg::fd926602-fee3-4cca-a4af-68b7ba956751" providerId="AD" clId="Web-{2663947A-A246-44BE-B4C2-E0AFD56DF7AF}" dt="2018-04-20T15:19:31.562" v="58"/>
          <ac:spMkLst>
            <pc:docMk/>
            <pc:sldMk cId="1360756637" sldId="258"/>
            <ac:spMk id="5" creationId="{8D8447FB-C4BB-40B9-909B-24282A5D2D6D}"/>
          </ac:spMkLst>
        </pc:spChg>
        <pc:graphicFrameChg chg="mod modGraphic">
          <ac:chgData name="#SUN MENG#" userId="S::msun002@e.ntu.edu.sg::fd926602-fee3-4cca-a4af-68b7ba956751" providerId="AD" clId="Web-{2663947A-A246-44BE-B4C2-E0AFD56DF7AF}" dt="2018-04-20T15:15:15.138" v="10"/>
          <ac:graphicFrameMkLst>
            <pc:docMk/>
            <pc:sldMk cId="1360756637" sldId="258"/>
            <ac:graphicFrameMk id="7" creationId="{247715FB-150B-40EC-906C-45C5A83B2396}"/>
          </ac:graphicFrameMkLst>
        </pc:graphicFrameChg>
      </pc:sldChg>
    </pc:docChg>
  </pc:docChgLst>
  <pc:docChgLst>
    <pc:chgData name="#SUN MENG#" userId="S::msun002@e.ntu.edu.sg::fd926602-fee3-4cca-a4af-68b7ba956751" providerId="AD" clId="Web-{8196A678-64EA-4930-AE0F-9BBA69EC2D2A}"/>
    <pc:docChg chg="addSld delSld modSld">
      <pc:chgData name="#SUN MENG#" userId="S::msun002@e.ntu.edu.sg::fd926602-fee3-4cca-a4af-68b7ba956751" providerId="AD" clId="Web-{8196A678-64EA-4930-AE0F-9BBA69EC2D2A}" dt="2018-04-20T15:09:28.165" v="67"/>
      <pc:docMkLst>
        <pc:docMk/>
      </pc:docMkLst>
      <pc:sldChg chg="addSp delSp modSp">
        <pc:chgData name="#SUN MENG#" userId="S::msun002@e.ntu.edu.sg::fd926602-fee3-4cca-a4af-68b7ba956751" providerId="AD" clId="Web-{8196A678-64EA-4930-AE0F-9BBA69EC2D2A}" dt="2018-04-20T15:09:28.165" v="67"/>
        <pc:sldMkLst>
          <pc:docMk/>
          <pc:sldMk cId="1360756637" sldId="258"/>
        </pc:sldMkLst>
        <pc:spChg chg="mod">
          <ac:chgData name="#SUN MENG#" userId="S::msun002@e.ntu.edu.sg::fd926602-fee3-4cca-a4af-68b7ba956751" providerId="AD" clId="Web-{8196A678-64EA-4930-AE0F-9BBA69EC2D2A}" dt="2018-04-20T15:01:05.442" v="10"/>
          <ac:spMkLst>
            <pc:docMk/>
            <pc:sldMk cId="1360756637" sldId="258"/>
            <ac:spMk id="3" creationId="{6230A51A-BF48-4730-A747-D3B9E38EC9B7}"/>
          </ac:spMkLst>
        </pc:spChg>
        <pc:spChg chg="add del mod">
          <ac:chgData name="#SUN MENG#" userId="S::msun002@e.ntu.edu.sg::fd926602-fee3-4cca-a4af-68b7ba956751" providerId="AD" clId="Web-{8196A678-64EA-4930-AE0F-9BBA69EC2D2A}" dt="2018-04-20T15:08:55.523" v="63"/>
          <ac:spMkLst>
            <pc:docMk/>
            <pc:sldMk cId="1360756637" sldId="258"/>
            <ac:spMk id="8" creationId="{1E16DD73-F06A-4BC4-9D57-407E2DB403DE}"/>
          </ac:spMkLst>
        </pc:spChg>
        <pc:graphicFrameChg chg="add mod modGraphic">
          <ac:chgData name="#SUN MENG#" userId="S::msun002@e.ntu.edu.sg::fd926602-fee3-4cca-a4af-68b7ba956751" providerId="AD" clId="Web-{8196A678-64EA-4930-AE0F-9BBA69EC2D2A}" dt="2018-04-20T15:09:28.165" v="67"/>
          <ac:graphicFrameMkLst>
            <pc:docMk/>
            <pc:sldMk cId="1360756637" sldId="258"/>
            <ac:graphicFrameMk id="7" creationId="{247715FB-150B-40EC-906C-45C5A83B2396}"/>
          </ac:graphicFrameMkLst>
        </pc:graphicFrameChg>
        <pc:picChg chg="add mod">
          <ac:chgData name="#SUN MENG#" userId="S::msun002@e.ntu.edu.sg::fd926602-fee3-4cca-a4af-68b7ba956751" providerId="AD" clId="Web-{8196A678-64EA-4930-AE0F-9BBA69EC2D2A}" dt="2018-04-20T15:09:10.492" v="66"/>
          <ac:picMkLst>
            <pc:docMk/>
            <pc:sldMk cId="1360756637" sldId="258"/>
            <ac:picMk id="4" creationId="{80E1A771-02C9-446C-8390-A6CD006482DF}"/>
          </ac:picMkLst>
        </pc:picChg>
      </pc:sldChg>
      <pc:sldChg chg="add replId">
        <pc:chgData name="#SUN MENG#" userId="S::msun002@e.ntu.edu.sg::fd926602-fee3-4cca-a4af-68b7ba956751" providerId="AD" clId="Web-{8196A678-64EA-4930-AE0F-9BBA69EC2D2A}" dt="2018-04-20T15:00:27.847" v="2"/>
        <pc:sldMkLst>
          <pc:docMk/>
          <pc:sldMk cId="398522070" sldId="263"/>
        </pc:sldMkLst>
      </pc:sldChg>
      <pc:sldChg chg="new del">
        <pc:chgData name="#SUN MENG#" userId="S::msun002@e.ntu.edu.sg::fd926602-fee3-4cca-a4af-68b7ba956751" providerId="AD" clId="Web-{8196A678-64EA-4930-AE0F-9BBA69EC2D2A}" dt="2018-04-20T15:00:24.362" v="1"/>
        <pc:sldMkLst>
          <pc:docMk/>
          <pc:sldMk cId="4251177530" sldId="263"/>
        </pc:sldMkLst>
      </pc:sldChg>
      <pc:sldChg chg="add replId">
        <pc:chgData name="#SUN MENG#" userId="S::msun002@e.ntu.edu.sg::fd926602-fee3-4cca-a4af-68b7ba956751" providerId="AD" clId="Web-{8196A678-64EA-4930-AE0F-9BBA69EC2D2A}" dt="2018-04-20T15:00:29.847" v="3"/>
        <pc:sldMkLst>
          <pc:docMk/>
          <pc:sldMk cId="1184054727" sldId="264"/>
        </pc:sldMkLst>
      </pc:sldChg>
    </pc:docChg>
  </pc:docChgLst>
  <pc:docChgLst>
    <pc:chgData name="#SUN MENG#" userId="S::msun002@e.ntu.edu.sg::fd926602-fee3-4cca-a4af-68b7ba956751" providerId="AD" clId="Web-{CA54EFC4-F8C3-4F62-B0DB-BE8B6D53A4AF}"/>
    <pc:docChg chg="modSld">
      <pc:chgData name="#SUN MENG#" userId="S::msun002@e.ntu.edu.sg::fd926602-fee3-4cca-a4af-68b7ba956751" providerId="AD" clId="Web-{CA54EFC4-F8C3-4F62-B0DB-BE8B6D53A4AF}" dt="2018-04-21T02:49:59.893" v="32"/>
      <pc:docMkLst>
        <pc:docMk/>
      </pc:docMkLst>
      <pc:sldChg chg="modSp">
        <pc:chgData name="#SUN MENG#" userId="S::msun002@e.ntu.edu.sg::fd926602-fee3-4cca-a4af-68b7ba956751" providerId="AD" clId="Web-{CA54EFC4-F8C3-4F62-B0DB-BE8B6D53A4AF}" dt="2018-04-21T02:49:13.080" v="15"/>
        <pc:sldMkLst>
          <pc:docMk/>
          <pc:sldMk cId="3194624795" sldId="257"/>
        </pc:sldMkLst>
        <pc:spChg chg="mod">
          <ac:chgData name="#SUN MENG#" userId="S::msun002@e.ntu.edu.sg::fd926602-fee3-4cca-a4af-68b7ba956751" providerId="AD" clId="Web-{CA54EFC4-F8C3-4F62-B0DB-BE8B6D53A4AF}" dt="2018-04-21T02:49:13.080" v="15"/>
          <ac:spMkLst>
            <pc:docMk/>
            <pc:sldMk cId="3194624795" sldId="257"/>
            <ac:spMk id="2" creationId="{2D2035B6-C7BB-4844-93B5-FEB31F91C640}"/>
          </ac:spMkLst>
        </pc:spChg>
      </pc:sldChg>
      <pc:sldChg chg="modSp delAnim modAnim">
        <pc:chgData name="#SUN MENG#" userId="S::msun002@e.ntu.edu.sg::fd926602-fee3-4cca-a4af-68b7ba956751" providerId="AD" clId="Web-{CA54EFC4-F8C3-4F62-B0DB-BE8B6D53A4AF}" dt="2018-04-21T02:49:59.893" v="32"/>
        <pc:sldMkLst>
          <pc:docMk/>
          <pc:sldMk cId="1360756637" sldId="258"/>
        </pc:sldMkLst>
        <pc:spChg chg="mod">
          <ac:chgData name="#SUN MENG#" userId="S::msun002@e.ntu.edu.sg::fd926602-fee3-4cca-a4af-68b7ba956751" providerId="AD" clId="Web-{CA54EFC4-F8C3-4F62-B0DB-BE8B6D53A4AF}" dt="2018-04-21T02:49:29.143" v="20"/>
          <ac:spMkLst>
            <pc:docMk/>
            <pc:sldMk cId="1360756637" sldId="258"/>
            <ac:spMk id="5" creationId="{8D8447FB-C4BB-40B9-909B-24282A5D2D6D}"/>
          </ac:spMkLst>
        </pc:spChg>
      </pc:sldChg>
      <pc:sldChg chg="modSp delAnim modAnim">
        <pc:chgData name="#SUN MENG#" userId="S::msun002@e.ntu.edu.sg::fd926602-fee3-4cca-a4af-68b7ba956751" providerId="AD" clId="Web-{CA54EFC4-F8C3-4F62-B0DB-BE8B6D53A4AF}" dt="2018-04-21T02:49:49.518" v="29"/>
        <pc:sldMkLst>
          <pc:docMk/>
          <pc:sldMk cId="283615286" sldId="265"/>
        </pc:sldMkLst>
        <pc:spChg chg="mod">
          <ac:chgData name="#SUN MENG#" userId="S::msun002@e.ntu.edu.sg::fd926602-fee3-4cca-a4af-68b7ba956751" providerId="AD" clId="Web-{CA54EFC4-F8C3-4F62-B0DB-BE8B6D53A4AF}" dt="2018-04-21T02:49:43.378" v="28"/>
          <ac:spMkLst>
            <pc:docMk/>
            <pc:sldMk cId="283615286" sldId="265"/>
            <ac:spMk id="5" creationId="{8D8447FB-C4BB-40B9-909B-24282A5D2D6D}"/>
          </ac:spMkLst>
        </pc:spChg>
      </pc:sldChg>
    </pc:docChg>
  </pc:docChgLst>
  <pc:docChgLst>
    <pc:chgData name="#SUN MENG#" userId="S::msun002@e.ntu.edu.sg::fd926602-fee3-4cca-a4af-68b7ba956751" providerId="AD" clId="Web-{CB669EC4-0A16-46C1-8F00-22481BA2F191}"/>
    <pc:docChg chg="addSld modSld">
      <pc:chgData name="#SUN MENG#" userId="S::msun002@e.ntu.edu.sg::fd926602-fee3-4cca-a4af-68b7ba956751" providerId="AD" clId="Web-{CB669EC4-0A16-46C1-8F00-22481BA2F191}" dt="2018-04-20T14:58:12.894" v="24"/>
      <pc:docMkLst>
        <pc:docMk/>
      </pc:docMkLst>
      <pc:sldChg chg="modSp">
        <pc:chgData name="#SUN MENG#" userId="S::msun002@e.ntu.edu.sg::fd926602-fee3-4cca-a4af-68b7ba956751" providerId="AD" clId="Web-{CB669EC4-0A16-46C1-8F00-22481BA2F191}" dt="2018-04-20T14:58:12.894" v="24"/>
        <pc:sldMkLst>
          <pc:docMk/>
          <pc:sldMk cId="3194624795" sldId="257"/>
        </pc:sldMkLst>
        <pc:spChg chg="mod">
          <ac:chgData name="#SUN MENG#" userId="S::msun002@e.ntu.edu.sg::fd926602-fee3-4cca-a4af-68b7ba956751" providerId="AD" clId="Web-{CB669EC4-0A16-46C1-8F00-22481BA2F191}" dt="2018-04-20T14:58:12.894" v="24"/>
          <ac:spMkLst>
            <pc:docMk/>
            <pc:sldMk cId="3194624795" sldId="257"/>
            <ac:spMk id="3" creationId="{C838504B-AA23-456A-9D1C-72B185B1C9E3}"/>
          </ac:spMkLst>
        </pc:spChg>
      </pc:sldChg>
      <pc:sldChg chg="modSp new">
        <pc:chgData name="#SUN MENG#" userId="S::msun002@e.ntu.edu.sg::fd926602-fee3-4cca-a4af-68b7ba956751" providerId="AD" clId="Web-{CB669EC4-0A16-46C1-8F00-22481BA2F191}" dt="2018-04-20T14:56:55.438" v="5"/>
        <pc:sldMkLst>
          <pc:docMk/>
          <pc:sldMk cId="236373235" sldId="261"/>
        </pc:sldMkLst>
        <pc:spChg chg="mod">
          <ac:chgData name="#SUN MENG#" userId="S::msun002@e.ntu.edu.sg::fd926602-fee3-4cca-a4af-68b7ba956751" providerId="AD" clId="Web-{CB669EC4-0A16-46C1-8F00-22481BA2F191}" dt="2018-04-20T14:56:55.438" v="5"/>
          <ac:spMkLst>
            <pc:docMk/>
            <pc:sldMk cId="236373235" sldId="261"/>
            <ac:spMk id="2" creationId="{A32AB56C-2743-4908-8D52-A36A077F95F9}"/>
          </ac:spMkLst>
        </pc:spChg>
      </pc:sldChg>
      <pc:sldChg chg="modSp new">
        <pc:chgData name="#SUN MENG#" userId="S::msun002@e.ntu.edu.sg::fd926602-fee3-4cca-a4af-68b7ba956751" providerId="AD" clId="Web-{CB669EC4-0A16-46C1-8F00-22481BA2F191}" dt="2018-04-20T14:57:02.798" v="13"/>
        <pc:sldMkLst>
          <pc:docMk/>
          <pc:sldMk cId="210537273" sldId="262"/>
        </pc:sldMkLst>
        <pc:spChg chg="mod">
          <ac:chgData name="#SUN MENG#" userId="S::msun002@e.ntu.edu.sg::fd926602-fee3-4cca-a4af-68b7ba956751" providerId="AD" clId="Web-{CB669EC4-0A16-46C1-8F00-22481BA2F191}" dt="2018-04-20T14:57:02.798" v="13"/>
          <ac:spMkLst>
            <pc:docMk/>
            <pc:sldMk cId="210537273" sldId="262"/>
            <ac:spMk id="2" creationId="{798745D4-C97E-4C91-A77E-B91FE828DD80}"/>
          </ac:spMkLst>
        </pc:spChg>
      </pc:sldChg>
    </pc:docChg>
  </pc:docChgLst>
  <pc:docChgLst>
    <pc:chgData name="#SUN MENG#" userId="S::msun002@e.ntu.edu.sg::fd926602-fee3-4cca-a4af-68b7ba956751" providerId="AD" clId="Web-{9BEE5A2A-FA4B-45AA-A029-AFD8C63CCE40}"/>
    <pc:docChg chg="modSld">
      <pc:chgData name="#SUN MENG#" userId="S::msun002@e.ntu.edu.sg::fd926602-fee3-4cca-a4af-68b7ba956751" providerId="AD" clId="Web-{9BEE5A2A-FA4B-45AA-A029-AFD8C63CCE40}" dt="2018-04-23T16:52:12.836" v="39"/>
      <pc:docMkLst>
        <pc:docMk/>
      </pc:docMkLst>
      <pc:sldChg chg="modSp">
        <pc:chgData name="#SUN MENG#" userId="S::msun002@e.ntu.edu.sg::fd926602-fee3-4cca-a4af-68b7ba956751" providerId="AD" clId="Web-{9BEE5A2A-FA4B-45AA-A029-AFD8C63CCE40}" dt="2018-04-23T16:52:12.836" v="38"/>
        <pc:sldMkLst>
          <pc:docMk/>
          <pc:sldMk cId="3194624795" sldId="257"/>
        </pc:sldMkLst>
        <pc:spChg chg="mod">
          <ac:chgData name="#SUN MENG#" userId="S::msun002@e.ntu.edu.sg::fd926602-fee3-4cca-a4af-68b7ba956751" providerId="AD" clId="Web-{9BEE5A2A-FA4B-45AA-A029-AFD8C63CCE40}" dt="2018-04-23T16:52:12.836" v="38"/>
          <ac:spMkLst>
            <pc:docMk/>
            <pc:sldMk cId="3194624795" sldId="257"/>
            <ac:spMk id="3" creationId="{C838504B-AA23-456A-9D1C-72B185B1C9E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F6A63-341D-49E1-8165-D9CD6EBCDF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AFA7B0-8387-438D-87E3-5FDC9195FD49}">
      <dgm:prSet phldrT="[Text]"/>
      <dgm:spPr/>
      <dgm:t>
        <a:bodyPr/>
        <a:lstStyle/>
        <a:p>
          <a:pPr algn="ctr"/>
          <a:r>
            <a:rPr lang="en-US" dirty="0" smtClean="0"/>
            <a:t>Features</a:t>
          </a:r>
          <a:endParaRPr lang="en-US" dirty="0"/>
        </a:p>
      </dgm:t>
    </dgm:pt>
    <dgm:pt modelId="{435466C4-E20D-4727-A4D5-6DE9D6BD44C7}" type="parTrans" cxnId="{2CB2E050-7A6B-4BE4-80C9-270C5AC43021}">
      <dgm:prSet/>
      <dgm:spPr/>
      <dgm:t>
        <a:bodyPr/>
        <a:lstStyle/>
        <a:p>
          <a:pPr algn="ctr"/>
          <a:endParaRPr lang="en-US"/>
        </a:p>
      </dgm:t>
    </dgm:pt>
    <dgm:pt modelId="{1186AE43-DD2B-4602-930A-37EF1CEC3D22}" type="sibTrans" cxnId="{2CB2E050-7A6B-4BE4-80C9-270C5AC43021}">
      <dgm:prSet/>
      <dgm:spPr/>
      <dgm:t>
        <a:bodyPr/>
        <a:lstStyle/>
        <a:p>
          <a:pPr algn="ctr"/>
          <a:endParaRPr lang="en-US"/>
        </a:p>
      </dgm:t>
    </dgm:pt>
    <dgm:pt modelId="{DA07178E-3131-4504-9FE1-CF92162CE42C}">
      <dgm:prSet phldrT="[Text]"/>
      <dgm:spPr/>
      <dgm:t>
        <a:bodyPr/>
        <a:lstStyle/>
        <a:p>
          <a:pPr algn="ctr"/>
          <a:r>
            <a:rPr lang="en-US" b="0" dirty="0" smtClean="0"/>
            <a:t>Feature Selection &amp; Regression Model</a:t>
          </a:r>
          <a:endParaRPr lang="en-US" b="0" dirty="0"/>
        </a:p>
      </dgm:t>
    </dgm:pt>
    <dgm:pt modelId="{8C807372-9D63-4EC3-9644-2FB4A280E7C2}" type="parTrans" cxnId="{649A6AA1-2929-46E1-BABB-1DB3A0E31109}">
      <dgm:prSet/>
      <dgm:spPr/>
      <dgm:t>
        <a:bodyPr/>
        <a:lstStyle/>
        <a:p>
          <a:pPr algn="ctr"/>
          <a:endParaRPr lang="en-US"/>
        </a:p>
      </dgm:t>
    </dgm:pt>
    <dgm:pt modelId="{5F90A475-052B-400B-8313-212944BA0E3B}" type="sibTrans" cxnId="{649A6AA1-2929-46E1-BABB-1DB3A0E31109}">
      <dgm:prSet/>
      <dgm:spPr/>
      <dgm:t>
        <a:bodyPr/>
        <a:lstStyle/>
        <a:p>
          <a:pPr algn="ctr"/>
          <a:endParaRPr lang="en-US"/>
        </a:p>
      </dgm:t>
    </dgm:pt>
    <dgm:pt modelId="{372E5CD9-E22F-47C7-AC96-6168FFE7500B}">
      <dgm:prSet phldrT="[Text]"/>
      <dgm:spPr/>
      <dgm:t>
        <a:bodyPr/>
        <a:lstStyle/>
        <a:p>
          <a:pPr algn="ctr"/>
          <a:r>
            <a:rPr lang="en-US" dirty="0" smtClean="0"/>
            <a:t>Data and Preprocessing</a:t>
          </a:r>
          <a:endParaRPr lang="en-US" dirty="0"/>
        </a:p>
      </dgm:t>
    </dgm:pt>
    <dgm:pt modelId="{C92B5325-074C-4066-B2DA-92A9AA156B50}" type="sibTrans" cxnId="{DC4EB2BD-5BA2-40C3-B734-3B54236D2D1A}">
      <dgm:prSet/>
      <dgm:spPr/>
      <dgm:t>
        <a:bodyPr/>
        <a:lstStyle/>
        <a:p>
          <a:pPr algn="ctr"/>
          <a:endParaRPr lang="en-US"/>
        </a:p>
      </dgm:t>
    </dgm:pt>
    <dgm:pt modelId="{7D8CC322-2105-4379-A914-788B5FD89EF3}" type="parTrans" cxnId="{DC4EB2BD-5BA2-40C3-B734-3B54236D2D1A}">
      <dgm:prSet/>
      <dgm:spPr/>
      <dgm:t>
        <a:bodyPr/>
        <a:lstStyle/>
        <a:p>
          <a:pPr algn="ctr"/>
          <a:endParaRPr lang="en-US"/>
        </a:p>
      </dgm:t>
    </dgm:pt>
    <dgm:pt modelId="{A58DD242-5918-40FF-8058-401D8A1463E2}">
      <dgm:prSet phldrT="[Text]"/>
      <dgm:spPr/>
      <dgm:t>
        <a:bodyPr/>
        <a:lstStyle/>
        <a:p>
          <a:pPr algn="ctr"/>
          <a:r>
            <a:rPr lang="en-US" dirty="0" smtClean="0"/>
            <a:t>Result</a:t>
          </a:r>
          <a:endParaRPr lang="en-US" dirty="0"/>
        </a:p>
      </dgm:t>
    </dgm:pt>
    <dgm:pt modelId="{4FE22D6A-6664-4381-8DD9-D7791DAF8737}" type="parTrans" cxnId="{4E162FB2-F17B-4EC3-9713-EABABE182445}">
      <dgm:prSet/>
      <dgm:spPr/>
      <dgm:t>
        <a:bodyPr/>
        <a:lstStyle/>
        <a:p>
          <a:pPr algn="ctr"/>
          <a:endParaRPr lang="en-US"/>
        </a:p>
      </dgm:t>
    </dgm:pt>
    <dgm:pt modelId="{FD4DE3B2-4060-4B8D-BA85-113F5B38928C}" type="sibTrans" cxnId="{4E162FB2-F17B-4EC3-9713-EABABE182445}">
      <dgm:prSet/>
      <dgm:spPr/>
      <dgm:t>
        <a:bodyPr/>
        <a:lstStyle/>
        <a:p>
          <a:pPr algn="ctr"/>
          <a:endParaRPr lang="en-US"/>
        </a:p>
      </dgm:t>
    </dgm:pt>
    <dgm:pt modelId="{61F0055C-182E-4555-915A-EE932C2C3CBE}">
      <dgm:prSet phldrT="[Text]"/>
      <dgm:spPr/>
      <dgm:t>
        <a:bodyPr/>
        <a:lstStyle/>
        <a:p>
          <a:pPr algn="ctr"/>
          <a:r>
            <a:rPr lang="en-US" dirty="0" smtClean="0"/>
            <a:t>Interpretation</a:t>
          </a:r>
          <a:endParaRPr lang="en-US" dirty="0"/>
        </a:p>
      </dgm:t>
    </dgm:pt>
    <dgm:pt modelId="{073DA1A4-CD74-4FD4-A2D5-92AB11EA55E7}" type="parTrans" cxnId="{695BBE6E-CE1D-409F-888F-10558CA24673}">
      <dgm:prSet/>
      <dgm:spPr/>
      <dgm:t>
        <a:bodyPr/>
        <a:lstStyle/>
        <a:p>
          <a:pPr algn="ctr"/>
          <a:endParaRPr lang="en-US"/>
        </a:p>
      </dgm:t>
    </dgm:pt>
    <dgm:pt modelId="{6F76532B-4444-4701-8CF9-3E2E77266B60}" type="sibTrans" cxnId="{695BBE6E-CE1D-409F-888F-10558CA24673}">
      <dgm:prSet/>
      <dgm:spPr/>
      <dgm:t>
        <a:bodyPr/>
        <a:lstStyle/>
        <a:p>
          <a:pPr algn="ctr"/>
          <a:endParaRPr lang="en-US"/>
        </a:p>
      </dgm:t>
    </dgm:pt>
    <dgm:pt modelId="{77E8AC43-05C4-41F8-B416-E48A73293A80}" type="pres">
      <dgm:prSet presAssocID="{DD5F6A63-341D-49E1-8165-D9CD6EBCDF1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0C01B6-2BB9-4246-955A-7ED2C372A503}" type="pres">
      <dgm:prSet presAssocID="{372E5CD9-E22F-47C7-AC96-6168FFE7500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5FE9D1-3815-4AAF-8485-4792BCBF27D5}" type="pres">
      <dgm:prSet presAssocID="{C92B5325-074C-4066-B2DA-92A9AA156B50}" presName="spacer" presStyleCnt="0"/>
      <dgm:spPr/>
    </dgm:pt>
    <dgm:pt modelId="{30890D2F-8DB8-4EED-836D-4556D75B61C9}" type="pres">
      <dgm:prSet presAssocID="{6DAFA7B0-8387-438D-87E3-5FDC9195FD49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BEB74A-B558-49A8-B7F9-48DF895551F1}" type="pres">
      <dgm:prSet presAssocID="{1186AE43-DD2B-4602-930A-37EF1CEC3D22}" presName="spacer" presStyleCnt="0"/>
      <dgm:spPr/>
    </dgm:pt>
    <dgm:pt modelId="{A5157577-4BDA-40C0-B47C-DCEF96FA0D4B}" type="pres">
      <dgm:prSet presAssocID="{DA07178E-3131-4504-9FE1-CF92162CE42C}" presName="parentText" presStyleLbl="node1" presStyleIdx="2" presStyleCnt="5" custLinFactNeighborX="1897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B47BE7-6E51-4F6A-9529-FC7066D2E113}" type="pres">
      <dgm:prSet presAssocID="{5F90A475-052B-400B-8313-212944BA0E3B}" presName="spacer" presStyleCnt="0"/>
      <dgm:spPr/>
    </dgm:pt>
    <dgm:pt modelId="{280FE45C-C551-4860-A99D-75204DFDF749}" type="pres">
      <dgm:prSet presAssocID="{A58DD242-5918-40FF-8058-401D8A1463E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003495-A1F0-4DDE-9A66-68DEFAFC64D2}" type="pres">
      <dgm:prSet presAssocID="{FD4DE3B2-4060-4B8D-BA85-113F5B38928C}" presName="spacer" presStyleCnt="0"/>
      <dgm:spPr/>
    </dgm:pt>
    <dgm:pt modelId="{A116B23E-95EF-4D92-A440-16EA49A168EA}" type="pres">
      <dgm:prSet presAssocID="{61F0055C-182E-4555-915A-EE932C2C3CB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8503B2-D5FF-438A-A142-1DBA398564B0}" type="presOf" srcId="{61F0055C-182E-4555-915A-EE932C2C3CBE}" destId="{A116B23E-95EF-4D92-A440-16EA49A168EA}" srcOrd="0" destOrd="0" presId="urn:microsoft.com/office/officeart/2005/8/layout/vList2"/>
    <dgm:cxn modelId="{B3A90D3B-5ABF-4C32-A861-1115E85800D5}" type="presOf" srcId="{DA07178E-3131-4504-9FE1-CF92162CE42C}" destId="{A5157577-4BDA-40C0-B47C-DCEF96FA0D4B}" srcOrd="0" destOrd="0" presId="urn:microsoft.com/office/officeart/2005/8/layout/vList2"/>
    <dgm:cxn modelId="{BAF92314-087D-4735-9D3B-C60053078C15}" type="presOf" srcId="{DD5F6A63-341D-49E1-8165-D9CD6EBCDF1E}" destId="{77E8AC43-05C4-41F8-B416-E48A73293A80}" srcOrd="0" destOrd="0" presId="urn:microsoft.com/office/officeart/2005/8/layout/vList2"/>
    <dgm:cxn modelId="{DC4EB2BD-5BA2-40C3-B734-3B54236D2D1A}" srcId="{DD5F6A63-341D-49E1-8165-D9CD6EBCDF1E}" destId="{372E5CD9-E22F-47C7-AC96-6168FFE7500B}" srcOrd="0" destOrd="0" parTransId="{7D8CC322-2105-4379-A914-788B5FD89EF3}" sibTransId="{C92B5325-074C-4066-B2DA-92A9AA156B50}"/>
    <dgm:cxn modelId="{4E162FB2-F17B-4EC3-9713-EABABE182445}" srcId="{DD5F6A63-341D-49E1-8165-D9CD6EBCDF1E}" destId="{A58DD242-5918-40FF-8058-401D8A1463E2}" srcOrd="3" destOrd="0" parTransId="{4FE22D6A-6664-4381-8DD9-D7791DAF8737}" sibTransId="{FD4DE3B2-4060-4B8D-BA85-113F5B38928C}"/>
    <dgm:cxn modelId="{649A6AA1-2929-46E1-BABB-1DB3A0E31109}" srcId="{DD5F6A63-341D-49E1-8165-D9CD6EBCDF1E}" destId="{DA07178E-3131-4504-9FE1-CF92162CE42C}" srcOrd="2" destOrd="0" parTransId="{8C807372-9D63-4EC3-9644-2FB4A280E7C2}" sibTransId="{5F90A475-052B-400B-8313-212944BA0E3B}"/>
    <dgm:cxn modelId="{472A4BE9-4020-4519-8331-DCCC2AF976AC}" type="presOf" srcId="{A58DD242-5918-40FF-8058-401D8A1463E2}" destId="{280FE45C-C551-4860-A99D-75204DFDF749}" srcOrd="0" destOrd="0" presId="urn:microsoft.com/office/officeart/2005/8/layout/vList2"/>
    <dgm:cxn modelId="{9BC583B7-BE65-46B3-A402-1E9243E8B206}" type="presOf" srcId="{372E5CD9-E22F-47C7-AC96-6168FFE7500B}" destId="{C90C01B6-2BB9-4246-955A-7ED2C372A503}" srcOrd="0" destOrd="0" presId="urn:microsoft.com/office/officeart/2005/8/layout/vList2"/>
    <dgm:cxn modelId="{695BBE6E-CE1D-409F-888F-10558CA24673}" srcId="{DD5F6A63-341D-49E1-8165-D9CD6EBCDF1E}" destId="{61F0055C-182E-4555-915A-EE932C2C3CBE}" srcOrd="4" destOrd="0" parTransId="{073DA1A4-CD74-4FD4-A2D5-92AB11EA55E7}" sibTransId="{6F76532B-4444-4701-8CF9-3E2E77266B60}"/>
    <dgm:cxn modelId="{2CB2E050-7A6B-4BE4-80C9-270C5AC43021}" srcId="{DD5F6A63-341D-49E1-8165-D9CD6EBCDF1E}" destId="{6DAFA7B0-8387-438D-87E3-5FDC9195FD49}" srcOrd="1" destOrd="0" parTransId="{435466C4-E20D-4727-A4D5-6DE9D6BD44C7}" sibTransId="{1186AE43-DD2B-4602-930A-37EF1CEC3D22}"/>
    <dgm:cxn modelId="{26F73DA2-D0D7-419F-9528-3FFFD6FB3850}" type="presOf" srcId="{6DAFA7B0-8387-438D-87E3-5FDC9195FD49}" destId="{30890D2F-8DB8-4EED-836D-4556D75B61C9}" srcOrd="0" destOrd="0" presId="urn:microsoft.com/office/officeart/2005/8/layout/vList2"/>
    <dgm:cxn modelId="{2B706070-5181-4858-914F-4033C2218092}" type="presParOf" srcId="{77E8AC43-05C4-41F8-B416-E48A73293A80}" destId="{C90C01B6-2BB9-4246-955A-7ED2C372A503}" srcOrd="0" destOrd="0" presId="urn:microsoft.com/office/officeart/2005/8/layout/vList2"/>
    <dgm:cxn modelId="{3AF18BE1-F7B7-4753-ADE5-F31E300EF8DE}" type="presParOf" srcId="{77E8AC43-05C4-41F8-B416-E48A73293A80}" destId="{6A5FE9D1-3815-4AAF-8485-4792BCBF27D5}" srcOrd="1" destOrd="0" presId="urn:microsoft.com/office/officeart/2005/8/layout/vList2"/>
    <dgm:cxn modelId="{A04933E1-D351-47DF-A52D-F050FDFB159D}" type="presParOf" srcId="{77E8AC43-05C4-41F8-B416-E48A73293A80}" destId="{30890D2F-8DB8-4EED-836D-4556D75B61C9}" srcOrd="2" destOrd="0" presId="urn:microsoft.com/office/officeart/2005/8/layout/vList2"/>
    <dgm:cxn modelId="{7E5CA6DD-669D-4805-AFCE-078C4D9065F3}" type="presParOf" srcId="{77E8AC43-05C4-41F8-B416-E48A73293A80}" destId="{1CBEB74A-B558-49A8-B7F9-48DF895551F1}" srcOrd="3" destOrd="0" presId="urn:microsoft.com/office/officeart/2005/8/layout/vList2"/>
    <dgm:cxn modelId="{D0A432A1-500B-41A2-8BD9-DD512A98DDC1}" type="presParOf" srcId="{77E8AC43-05C4-41F8-B416-E48A73293A80}" destId="{A5157577-4BDA-40C0-B47C-DCEF96FA0D4B}" srcOrd="4" destOrd="0" presId="urn:microsoft.com/office/officeart/2005/8/layout/vList2"/>
    <dgm:cxn modelId="{62BD9C48-0886-48D6-BA77-50484D2E52AB}" type="presParOf" srcId="{77E8AC43-05C4-41F8-B416-E48A73293A80}" destId="{01B47BE7-6E51-4F6A-9529-FC7066D2E113}" srcOrd="5" destOrd="0" presId="urn:microsoft.com/office/officeart/2005/8/layout/vList2"/>
    <dgm:cxn modelId="{4B5C85C8-4CB1-4392-BAF4-169D23DA91FB}" type="presParOf" srcId="{77E8AC43-05C4-41F8-B416-E48A73293A80}" destId="{280FE45C-C551-4860-A99D-75204DFDF749}" srcOrd="6" destOrd="0" presId="urn:microsoft.com/office/officeart/2005/8/layout/vList2"/>
    <dgm:cxn modelId="{A590B942-4A77-4E21-9355-316444000CF8}" type="presParOf" srcId="{77E8AC43-05C4-41F8-B416-E48A73293A80}" destId="{14003495-A1F0-4DDE-9A66-68DEFAFC64D2}" srcOrd="7" destOrd="0" presId="urn:microsoft.com/office/officeart/2005/8/layout/vList2"/>
    <dgm:cxn modelId="{6F0C90E7-125C-41FC-ACF2-ADCBF1E6C846}" type="presParOf" srcId="{77E8AC43-05C4-41F8-B416-E48A73293A80}" destId="{A116B23E-95EF-4D92-A440-16EA49A168E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C01B6-2BB9-4246-955A-7ED2C372A503}">
      <dsp:nvSpPr>
        <dsp:cNvPr id="0" name=""/>
        <dsp:cNvSpPr/>
      </dsp:nvSpPr>
      <dsp:spPr>
        <a:xfrm>
          <a:off x="0" y="58364"/>
          <a:ext cx="713232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Data and Preprocessing</a:t>
          </a:r>
          <a:endParaRPr lang="en-US" sz="3600" kern="1200" dirty="0"/>
        </a:p>
      </dsp:txBody>
      <dsp:txXfrm>
        <a:off x="41123" y="99487"/>
        <a:ext cx="7050074" cy="760154"/>
      </dsp:txXfrm>
    </dsp:sp>
    <dsp:sp modelId="{30890D2F-8DB8-4EED-836D-4556D75B61C9}">
      <dsp:nvSpPr>
        <dsp:cNvPr id="0" name=""/>
        <dsp:cNvSpPr/>
      </dsp:nvSpPr>
      <dsp:spPr>
        <a:xfrm>
          <a:off x="0" y="1004444"/>
          <a:ext cx="713232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Features</a:t>
          </a:r>
          <a:endParaRPr lang="en-US" sz="3600" kern="1200" dirty="0"/>
        </a:p>
      </dsp:txBody>
      <dsp:txXfrm>
        <a:off x="41123" y="1045567"/>
        <a:ext cx="7050074" cy="760154"/>
      </dsp:txXfrm>
    </dsp:sp>
    <dsp:sp modelId="{A5157577-4BDA-40C0-B47C-DCEF96FA0D4B}">
      <dsp:nvSpPr>
        <dsp:cNvPr id="0" name=""/>
        <dsp:cNvSpPr/>
      </dsp:nvSpPr>
      <dsp:spPr>
        <a:xfrm>
          <a:off x="0" y="1950524"/>
          <a:ext cx="713232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0" kern="1200" dirty="0" smtClean="0"/>
            <a:t>Feature Selection &amp; Regression Model</a:t>
          </a:r>
          <a:endParaRPr lang="en-US" sz="3600" b="0" kern="1200" dirty="0"/>
        </a:p>
      </dsp:txBody>
      <dsp:txXfrm>
        <a:off x="41123" y="1991647"/>
        <a:ext cx="7050074" cy="760154"/>
      </dsp:txXfrm>
    </dsp:sp>
    <dsp:sp modelId="{280FE45C-C551-4860-A99D-75204DFDF749}">
      <dsp:nvSpPr>
        <dsp:cNvPr id="0" name=""/>
        <dsp:cNvSpPr/>
      </dsp:nvSpPr>
      <dsp:spPr>
        <a:xfrm>
          <a:off x="0" y="2896604"/>
          <a:ext cx="713232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Result</a:t>
          </a:r>
          <a:endParaRPr lang="en-US" sz="3600" kern="1200" dirty="0"/>
        </a:p>
      </dsp:txBody>
      <dsp:txXfrm>
        <a:off x="41123" y="2937727"/>
        <a:ext cx="7050074" cy="760154"/>
      </dsp:txXfrm>
    </dsp:sp>
    <dsp:sp modelId="{A116B23E-95EF-4D92-A440-16EA49A168EA}">
      <dsp:nvSpPr>
        <dsp:cNvPr id="0" name=""/>
        <dsp:cNvSpPr/>
      </dsp:nvSpPr>
      <dsp:spPr>
        <a:xfrm>
          <a:off x="0" y="3842685"/>
          <a:ext cx="713232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Interpretation</a:t>
          </a:r>
          <a:endParaRPr lang="en-US" sz="3600" kern="1200" dirty="0"/>
        </a:p>
      </dsp:txBody>
      <dsp:txXfrm>
        <a:off x="41123" y="3883808"/>
        <a:ext cx="7050074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t>‹#›</a:t>
            </a:fld>
            <a:endParaRPr kumimoji="0" lang="en-US" sz="140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t>4/25/2018</a:t>
            </a:fld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t>‹#›</a:t>
            </a:fld>
            <a:endParaRPr kumimoji="0" lang="en-US" sz="14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endParaRPr lang="en-US"/>
          </a:p>
          <a:p>
            <a:pPr>
              <a:spcBef>
                <a:spcPts val="500"/>
              </a:spcBef>
            </a:pPr>
            <a:r>
              <a:rPr lang="en-US"/>
              <a:t>Sun Meng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Peak Traffic Volume Forecasting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34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2035B6-C7BB-4844-93B5-FEB31F9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96464"/>
                </a:solidFill>
              </a:rPr>
              <a:t>Task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38504B-AA23-456A-9D1C-72B185B1C9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2209800"/>
            <a:ext cx="7772400" cy="3810000"/>
          </a:xfrm>
        </p:spPr>
        <p:txBody>
          <a:bodyPr vert="horz" anchor="t">
            <a:normAutofit/>
          </a:bodyPr>
          <a:lstStyle/>
          <a:p>
            <a:r>
              <a:rPr lang="en-US" dirty="0"/>
              <a:t>Predicting traffic volume of shop webpages is important for providing a better online shopping experience</a:t>
            </a:r>
          </a:p>
          <a:p>
            <a:pPr>
              <a:spcBef>
                <a:spcPts val="500"/>
              </a:spcBef>
            </a:pPr>
            <a:r>
              <a:rPr lang="en-US" dirty="0"/>
              <a:t>Peak Traffic Volume (‘PTV’) forecasting based on the ‘PTV’ for a shop in Taiwan during 2017. </a:t>
            </a:r>
          </a:p>
          <a:p>
            <a:pPr>
              <a:spcBef>
                <a:spcPts val="500"/>
              </a:spcBef>
            </a:pPr>
            <a:r>
              <a:rPr lang="en-US" dirty="0"/>
              <a:t>Dataset: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    PTV_TTV.csv,promotions.csv,vouchers.csv</a:t>
            </a:r>
          </a:p>
        </p:txBody>
      </p:sp>
    </p:spTree>
    <p:extLst>
      <p:ext uri="{BB962C8B-B14F-4D97-AF65-F5344CB8AC3E}">
        <p14:creationId xmlns:p14="http://schemas.microsoft.com/office/powerpoint/2010/main" val="319462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37378999"/>
              </p:ext>
            </p:extLst>
          </p:nvPr>
        </p:nvGraphicFramePr>
        <p:xfrm>
          <a:off x="1005840" y="1543050"/>
          <a:ext cx="7132320" cy="474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="" xmlns:a16="http://schemas.microsoft.com/office/drawing/2014/main" id="{2D2035B6-C7BB-4844-93B5-FEB31F91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696464"/>
                </a:solidFill>
              </a:rPr>
              <a:t>Table of Contents</a:t>
            </a:r>
            <a:endParaRPr lang="en-US" b="1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8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4E0D66-89F6-4C86-8727-F6DB77BF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and Preprocessing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30A51A-BF48-4730-A747-D3B9E38EC9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2533650" cy="590550"/>
          </a:xfrm>
        </p:spPr>
        <p:txBody>
          <a:bodyPr vert="horz" anchor="t">
            <a:normAutofit/>
          </a:bodyPr>
          <a:lstStyle/>
          <a:p>
            <a:r>
              <a:rPr lang="en-US" dirty="0"/>
              <a:t>PTV_TTV.csv</a:t>
            </a:r>
          </a:p>
          <a:p>
            <a:pPr marL="0" indent="0">
              <a:spcBef>
                <a:spcPts val="500"/>
              </a:spcBef>
              <a:buNone/>
            </a:pP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80E1A771-02C9-446C-8390-A6CD0064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8" y="2295279"/>
            <a:ext cx="5244858" cy="3460764"/>
          </a:xfrm>
          <a:prstGeom prst="rect">
            <a:avLst/>
          </a:prstGeom>
        </p:spPr>
      </p:pic>
      <p:graphicFrame>
        <p:nvGraphicFramePr>
          <p:cNvPr id="7" name="Table 6" title="Dickey-Fuller Test of ‘PTV’">
            <a:extLst>
              <a:ext uri="{FF2B5EF4-FFF2-40B4-BE49-F238E27FC236}">
                <a16:creationId xmlns="" xmlns:a16="http://schemas.microsoft.com/office/drawing/2014/main" id="{247715FB-150B-40EC-906C-45C5A83B2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640699"/>
              </p:ext>
            </p:extLst>
          </p:nvPr>
        </p:nvGraphicFramePr>
        <p:xfrm>
          <a:off x="5727582" y="1911830"/>
          <a:ext cx="3035418" cy="4773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368">
                  <a:extLst>
                    <a:ext uri="{9D8B030D-6E8A-4147-A177-3AD203B41FA5}">
                      <a16:colId xmlns="" xmlns:a16="http://schemas.microsoft.com/office/drawing/2014/main" val="2537989731"/>
                    </a:ext>
                  </a:extLst>
                </a:gridCol>
                <a:gridCol w="781050">
                  <a:extLst>
                    <a:ext uri="{9D8B030D-6E8A-4147-A177-3AD203B41FA5}">
                      <a16:colId xmlns="" xmlns:a16="http://schemas.microsoft.com/office/drawing/2014/main" val="427909646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Test Statistic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-</a:t>
                      </a:r>
                      <a:r>
                        <a:rPr lang="en-US" b="0" dirty="0">
                          <a:solidFill>
                            <a:sysClr val="windowText" lastClr="000000"/>
                          </a:solidFill>
                          <a:effectLst/>
                        </a:rPr>
                        <a:t>2.08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8646405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p-value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0.26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95593482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#Lags Used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6.00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9843601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Number of Observations Used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358.00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29451548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Critical Value (1%)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-3.45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48665846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Critical Value (5%)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-2.87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45567758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228600" marR="0" indent="-22860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Value (10%)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-2.57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7474933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D8447FB-C4BB-40B9-909B-24282A5D2D6D}"/>
              </a:ext>
            </a:extLst>
          </p:cNvPr>
          <p:cNvSpPr txBox="1"/>
          <p:nvPr/>
        </p:nvSpPr>
        <p:spPr>
          <a:xfrm>
            <a:off x="5587044" y="1453551"/>
            <a:ext cx="3217653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rgbClr val="D34817"/>
                </a:solidFill>
              </a:rPr>
              <a:t>Table. Dickey-Fuller Test</a:t>
            </a:r>
          </a:p>
        </p:txBody>
      </p:sp>
    </p:spTree>
    <p:extLst>
      <p:ext uri="{BB962C8B-B14F-4D97-AF65-F5344CB8AC3E}">
        <p14:creationId xmlns:p14="http://schemas.microsoft.com/office/powerpoint/2010/main" val="136075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4E0D66-89F6-4C86-8727-F6DB77BF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and Preprocessing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30A51A-BF48-4730-A747-D3B9E38EC9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33909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promotions.csv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Negative discount percent</a:t>
            </a:r>
          </a:p>
          <a:p>
            <a:pPr lvl="0"/>
            <a:r>
              <a:rPr lang="en-US" dirty="0"/>
              <a:t>voucher.csv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end_time</a:t>
            </a:r>
            <a:r>
              <a:rPr lang="en-US" dirty="0"/>
              <a:t>’&lt;’</a:t>
            </a:r>
            <a:r>
              <a:rPr lang="en-US" dirty="0" err="1"/>
              <a:t>start_time</a:t>
            </a:r>
            <a:r>
              <a:rPr lang="en-US" dirty="0"/>
              <a:t>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‘</a:t>
            </a:r>
            <a:r>
              <a:rPr lang="en-US" dirty="0" err="1"/>
              <a:t>end_time</a:t>
            </a:r>
            <a:r>
              <a:rPr lang="en-US" dirty="0"/>
              <a:t>’ after 2018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Items combination (items </a:t>
            </a:r>
            <a:r>
              <a:rPr lang="en-US" dirty="0"/>
              <a:t>with the same ‘</a:t>
            </a:r>
            <a:r>
              <a:rPr lang="en-US" dirty="0" err="1"/>
              <a:t>start_time</a:t>
            </a:r>
            <a:r>
              <a:rPr lang="en-US" dirty="0"/>
              <a:t>’, ’</a:t>
            </a:r>
            <a:r>
              <a:rPr lang="en-US" dirty="0" err="1"/>
              <a:t>end_time</a:t>
            </a:r>
            <a:r>
              <a:rPr lang="en-US" dirty="0"/>
              <a:t>’, ’discount’, ’</a:t>
            </a:r>
            <a:r>
              <a:rPr lang="en-US" dirty="0" err="1"/>
              <a:t>min_price</a:t>
            </a:r>
            <a:r>
              <a:rPr lang="en-US" dirty="0"/>
              <a:t>’, ’value</a:t>
            </a:r>
            <a:r>
              <a:rPr lang="en-US" dirty="0" smtClean="0"/>
              <a:t>’)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1D87D9-0EF7-4007-8F6C-634774D4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0A90135-7F5C-4FB4-B9E8-A911D3E7CD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3815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promotions.csv &amp; voucher.csv</a:t>
            </a:r>
          </a:p>
          <a:p>
            <a:pPr lvl="1"/>
            <a:r>
              <a:rPr lang="en-US" dirty="0"/>
              <a:t>Current day average promotion, voucher policy</a:t>
            </a:r>
          </a:p>
          <a:p>
            <a:pPr lvl="1"/>
            <a:r>
              <a:rPr lang="en-US" dirty="0"/>
              <a:t>Current day total promotion hours and voucher hours, usage limit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1D87D9-0EF7-4007-8F6C-634774D4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0A90135-7F5C-4FB4-B9E8-A911D3E7CD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3815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promotions.csv &amp; voucher.csv</a:t>
            </a:r>
          </a:p>
          <a:p>
            <a:pPr lvl="1"/>
            <a:r>
              <a:rPr lang="en-US" dirty="0" smtClean="0"/>
              <a:t>Previous day average promotion, voucher policy</a:t>
            </a:r>
          </a:p>
          <a:p>
            <a:pPr lvl="1"/>
            <a:r>
              <a:rPr lang="en-US" dirty="0" smtClean="0"/>
              <a:t>Previous day total promotion hours and voucher hours, usage limit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90" y="3135313"/>
            <a:ext cx="4916020" cy="338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80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PTV_TTV.csv</a:t>
            </a:r>
          </a:p>
          <a:p>
            <a:pPr lvl="1"/>
            <a:r>
              <a:rPr lang="en-US" dirty="0"/>
              <a:t>‘data’ and ‘PTV’: ‘date’ and ‘PTV’ in ‘PTV_TTV.csv’ </a:t>
            </a:r>
          </a:p>
          <a:p>
            <a:pPr lvl="1"/>
            <a:r>
              <a:rPr lang="en-US" dirty="0"/>
              <a:t>‘day’: how many day is the date away from 2017-1-1.</a:t>
            </a:r>
          </a:p>
          <a:p>
            <a:pPr lvl="1"/>
            <a:r>
              <a:rPr lang="en-US" dirty="0"/>
              <a:t>‘weekday’: the day of the week of the date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monthday</a:t>
            </a:r>
            <a:r>
              <a:rPr lang="en-US" dirty="0"/>
              <a:t>’: the day of the month of the date</a:t>
            </a:r>
          </a:p>
          <a:p>
            <a:pPr lvl="0"/>
            <a:r>
              <a:rPr lang="en-US" dirty="0"/>
              <a:t>Other factors</a:t>
            </a:r>
          </a:p>
          <a:p>
            <a:pPr lvl="1"/>
            <a:r>
              <a:rPr lang="en-US" dirty="0"/>
              <a:t>Holidays: All public </a:t>
            </a:r>
            <a:r>
              <a:rPr lang="en-US" dirty="0" smtClean="0"/>
              <a:t>holidays</a:t>
            </a:r>
            <a:endParaRPr lang="en-US" dirty="0"/>
          </a:p>
          <a:p>
            <a:pPr lvl="1"/>
            <a:r>
              <a:rPr lang="en-US" dirty="0"/>
              <a:t>Sale season: 11.11 and 12.12</a:t>
            </a:r>
          </a:p>
          <a:p>
            <a:pPr lvl="1"/>
            <a:r>
              <a:rPr lang="en-US" dirty="0"/>
              <a:t>delivery stop:  Chinese new year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4E0D66-89F6-4C86-8727-F6DB77BF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 Selection &amp; Regression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30A51A-BF48-4730-A747-D3B9E38EC9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5200650" cy="590550"/>
          </a:xfr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Estimating and eliminating trend</a:t>
            </a:r>
          </a:p>
          <a:p>
            <a:pPr marL="0" indent="0">
              <a:spcBef>
                <a:spcPts val="500"/>
              </a:spcBef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D8447FB-C4BB-40B9-909B-24282A5D2D6D}"/>
              </a:ext>
            </a:extLst>
          </p:cNvPr>
          <p:cNvSpPr txBox="1"/>
          <p:nvPr/>
        </p:nvSpPr>
        <p:spPr>
          <a:xfrm>
            <a:off x="5500780" y="1467928"/>
            <a:ext cx="3217653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rgbClr val="D34817"/>
                </a:solidFill>
              </a:rPr>
              <a:t>Table. Dickey-Fuller Test</a:t>
            </a:r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209610" y="2431731"/>
            <a:ext cx="5129784" cy="33832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985146"/>
              </p:ext>
            </p:extLst>
          </p:nvPr>
        </p:nvGraphicFramePr>
        <p:xfrm>
          <a:off x="5306688" y="1929861"/>
          <a:ext cx="3431978" cy="4773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545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65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Statistic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-7.13</a:t>
                      </a:r>
                      <a:endParaRPr lang="en-US" sz="1800" b="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3.46e-10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#Lags Used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2.00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Observations Used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360.00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Value (1%)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-3.45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Value (5%)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-2.87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81881"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Value (10%)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marR="0" indent="-2286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-2.57</a:t>
                      </a:r>
                      <a:endParaRPr lang="en-US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1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43879-13C7-4CF1-82CE-B4A77D5C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 Selection &amp; Regression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7172B7-A8EC-4C15-8FA5-DA8AA49784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810500" cy="291465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10-fold cross validation.</a:t>
            </a:r>
          </a:p>
          <a:p>
            <a:pPr lvl="0"/>
            <a:r>
              <a:rPr lang="en-US" dirty="0"/>
              <a:t>Select regression model.</a:t>
            </a:r>
          </a:p>
          <a:p>
            <a:pPr lvl="1"/>
            <a:r>
              <a:rPr lang="en-US" dirty="0"/>
              <a:t>Extra-Tree Regressor, Polynomial Regressor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43879-13C7-4CF1-82CE-B4A77D5C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 Selection &amp; Regression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7172B7-A8EC-4C15-8FA5-DA8AA49784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810500" cy="2914650"/>
          </a:xfrm>
        </p:spPr>
        <p:txBody>
          <a:bodyPr>
            <a:normAutofit/>
          </a:bodyPr>
          <a:lstStyle/>
          <a:p>
            <a:r>
              <a:rPr lang="en-US" dirty="0" smtClean="0"/>
              <a:t>Select </a:t>
            </a:r>
            <a:r>
              <a:rPr lang="en-US" dirty="0"/>
              <a:t>parameters </a:t>
            </a:r>
          </a:p>
          <a:p>
            <a:pPr lvl="1"/>
            <a:r>
              <a:rPr lang="en-US" dirty="0"/>
              <a:t>Extra-Tree Regressor: ‘</a:t>
            </a:r>
            <a:r>
              <a:rPr lang="en-US" dirty="0" err="1"/>
              <a:t>max_leaf_nodes</a:t>
            </a:r>
            <a:r>
              <a:rPr lang="en-US" dirty="0" smtClean="0"/>
              <a:t>’=7, </a:t>
            </a:r>
            <a:r>
              <a:rPr lang="en-US" dirty="0"/>
              <a:t>Polynomial Regressor: ‘</a:t>
            </a:r>
            <a:r>
              <a:rPr lang="en-US" dirty="0" smtClean="0"/>
              <a:t>degree’=2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76462" y="3009900"/>
            <a:ext cx="458628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743879-13C7-4CF1-82CE-B4A77D5C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Feature Selection &amp; Regression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7172B7-A8EC-4C15-8FA5-DA8AA49784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Feature Selection</a:t>
            </a:r>
          </a:p>
          <a:p>
            <a:pPr lvl="1"/>
            <a:r>
              <a:rPr lang="en-US" dirty="0"/>
              <a:t>Extra-Tree Regressor: </a:t>
            </a:r>
            <a:r>
              <a:rPr lang="en-US" dirty="0" smtClean="0"/>
              <a:t>12 </a:t>
            </a:r>
            <a:r>
              <a:rPr lang="en-US" dirty="0"/>
              <a:t>best features</a:t>
            </a:r>
          </a:p>
          <a:p>
            <a:pPr lvl="1"/>
            <a:r>
              <a:rPr lang="en-US" dirty="0"/>
              <a:t>Polynomial Regressor: </a:t>
            </a:r>
            <a:r>
              <a:rPr lang="en-US" dirty="0" smtClean="0"/>
              <a:t>2 </a:t>
            </a:r>
            <a:r>
              <a:rPr lang="en-US" dirty="0"/>
              <a:t>best features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0" y="3051810"/>
            <a:ext cx="483870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5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2AB56C-2743-4908-8D52-A36A077F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4DCE72-1C1C-4E8F-9644-435ECE4D3B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5720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Prediction Model</a:t>
            </a:r>
          </a:p>
          <a:p>
            <a:pPr lvl="1"/>
            <a:r>
              <a:rPr lang="en-US" dirty="0"/>
              <a:t>Linear Regressor, the input is ‘day’. </a:t>
            </a:r>
          </a:p>
          <a:p>
            <a:pPr lvl="1"/>
            <a:r>
              <a:rPr lang="en-US" dirty="0"/>
              <a:t>Extra-Tree Regressor, parameter setting is ‘</a:t>
            </a:r>
            <a:r>
              <a:rPr lang="en-US" dirty="0" err="1"/>
              <a:t>max_leaf_nodes</a:t>
            </a:r>
            <a:r>
              <a:rPr lang="en-US" dirty="0"/>
              <a:t>’=7, input is ['</a:t>
            </a:r>
            <a:r>
              <a:rPr lang="en-US" dirty="0" err="1"/>
              <a:t>event_l</a:t>
            </a:r>
            <a:r>
              <a:rPr lang="en-US" dirty="0"/>
              <a:t>',  'event',  '</a:t>
            </a:r>
            <a:r>
              <a:rPr lang="en-US" dirty="0" err="1"/>
              <a:t>promotion_item</a:t>
            </a:r>
            <a:r>
              <a:rPr lang="en-US" dirty="0"/>
              <a:t>',  'weekday' , '</a:t>
            </a:r>
            <a:r>
              <a:rPr lang="en-US" dirty="0" err="1"/>
              <a:t>voucher_min_n</a:t>
            </a:r>
            <a:r>
              <a:rPr lang="en-US" dirty="0"/>
              <a:t>',  '</a:t>
            </a:r>
            <a:r>
              <a:rPr lang="en-US" dirty="0" err="1"/>
              <a:t>monthday</a:t>
            </a:r>
            <a:r>
              <a:rPr lang="en-US" dirty="0"/>
              <a:t>', '</a:t>
            </a:r>
            <a:r>
              <a:rPr lang="en-US" dirty="0" err="1"/>
              <a:t>promotion_hour</a:t>
            </a:r>
            <a:r>
              <a:rPr lang="en-US" dirty="0"/>
              <a:t>', '</a:t>
            </a:r>
            <a:r>
              <a:rPr lang="en-US" dirty="0" err="1"/>
              <a:t>voucher_number</a:t>
            </a:r>
            <a:r>
              <a:rPr lang="en-US" dirty="0"/>
              <a:t>', '</a:t>
            </a:r>
            <a:r>
              <a:rPr lang="en-US" dirty="0" err="1"/>
              <a:t>voucher_value_n</a:t>
            </a:r>
            <a:r>
              <a:rPr lang="en-US" dirty="0"/>
              <a:t>' , '</a:t>
            </a:r>
            <a:r>
              <a:rPr lang="en-US" dirty="0" err="1"/>
              <a:t>voucher_discount_l</a:t>
            </a:r>
            <a:r>
              <a:rPr lang="en-US" dirty="0"/>
              <a:t>', '</a:t>
            </a:r>
            <a:r>
              <a:rPr lang="en-US" dirty="0" err="1"/>
              <a:t>voucher_number_l</a:t>
            </a:r>
            <a:r>
              <a:rPr lang="en-US" dirty="0"/>
              <a:t>', '</a:t>
            </a:r>
            <a:r>
              <a:rPr lang="en-US" dirty="0" err="1"/>
              <a:t>voucher_total_l</a:t>
            </a:r>
            <a:r>
              <a:rPr lang="en-US" dirty="0"/>
              <a:t>']</a:t>
            </a:r>
          </a:p>
          <a:p>
            <a:pPr lvl="1"/>
            <a:r>
              <a:rPr lang="en-US" dirty="0"/>
              <a:t>Polynomial Regressor, parameter setting is ‘degree=2’, input is ['event', '</a:t>
            </a:r>
            <a:r>
              <a:rPr lang="en-US" dirty="0" err="1"/>
              <a:t>promotion_item</a:t>
            </a:r>
            <a:r>
              <a:rPr lang="en-US" dirty="0"/>
              <a:t>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2AB56C-2743-4908-8D52-A36A077F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14475" y="1600200"/>
            <a:ext cx="61150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8745D4-C97E-4C91-A77E-B91FE828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3FCD02-EF75-4FE4-B3B6-0370DD946E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8481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Steady increase in PTV with the time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‘event</a:t>
            </a:r>
            <a:r>
              <a:rPr lang="en-US" dirty="0"/>
              <a:t>’ (public holidays, sale seasons, etc.) is the most important factor. </a:t>
            </a:r>
            <a:endParaRPr lang="en-US" dirty="0" smtClean="0"/>
          </a:p>
          <a:p>
            <a:r>
              <a:rPr lang="en-US" dirty="0"/>
              <a:t>The number of promoted items and the number of vouchers influence PTV much more than the discount or refund offered by promotion and vouchers.</a:t>
            </a:r>
          </a:p>
          <a:p>
            <a:pPr lvl="0"/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1901824"/>
            <a:ext cx="6858000" cy="470852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295900" y="4210050"/>
            <a:ext cx="37147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19350"/>
            <a:ext cx="7772400" cy="165735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</a:rPr>
              <a:t>THANKS!</a:t>
            </a:r>
            <a:br>
              <a:rPr lang="en-US" sz="4400" b="1" dirty="0">
                <a:solidFill>
                  <a:schemeClr val="accent1"/>
                </a:solidFill>
              </a:rPr>
            </a:br>
            <a:r>
              <a:rPr lang="en-US" sz="4400" b="1" dirty="0">
                <a:solidFill>
                  <a:schemeClr val="accent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01911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</TotalTime>
  <Words>487</Words>
  <Application>Microsoft Office PowerPoint</Application>
  <PresentationFormat>On-screen Show (4:3)</PresentationFormat>
  <Paragraphs>105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Equity</vt:lpstr>
      <vt:lpstr>Peak Traffic Volume Forecasting</vt:lpstr>
      <vt:lpstr>Task Description</vt:lpstr>
      <vt:lpstr>Table of Contents</vt:lpstr>
      <vt:lpstr>Data and Preprocessing </vt:lpstr>
      <vt:lpstr>Data and Preprocessing </vt:lpstr>
      <vt:lpstr>Features</vt:lpstr>
      <vt:lpstr>Features</vt:lpstr>
      <vt:lpstr>Features</vt:lpstr>
      <vt:lpstr>Feature Selection &amp; Regression Model</vt:lpstr>
      <vt:lpstr>Feature Selection &amp; Regression Model</vt:lpstr>
      <vt:lpstr>Feature Selection &amp; Regression Model</vt:lpstr>
      <vt:lpstr>Feature Selection &amp; Regression Model</vt:lpstr>
      <vt:lpstr>Result</vt:lpstr>
      <vt:lpstr>Result</vt:lpstr>
      <vt:lpstr>Interpretation</vt:lpstr>
      <vt:lpstr>THANKS! 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 Traffic Volume Forecasting</dc:title>
  <dc:creator>SUN MENG</dc:creator>
  <cp:lastModifiedBy>SUN MENG</cp:lastModifiedBy>
  <cp:revision>39</cp:revision>
  <dcterms:modified xsi:type="dcterms:W3CDTF">2018-04-25T13:36:43Z</dcterms:modified>
</cp:coreProperties>
</file>